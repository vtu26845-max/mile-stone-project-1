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Bookman Old Style" panose="02050604050505020204" pitchFamily="18" charset="0"/>
      <p:regular r:id="rId25"/>
      <p:bold r:id="rId26"/>
      <p:italic r:id="rId27"/>
    </p:embeddedFont>
    <p:embeddedFont>
      <p:font typeface="Gotham"/>
      <p:regular r:id="rId28"/>
    </p:embeddedFont>
    <p:embeddedFont>
      <p:font typeface="Gotham Bold Italics" panose="02000000000000000000"/>
      <p:boldItalic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K.Sumanth Reddy – VTU26845– 23UECS0253.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 - B.E., M.Tech., Ph.D. ASSISTANT PROFESSOR</a:t>
            </a:r>
            <a:endParaRPr lang="en-US" altLang="en-GB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altLang="en-GB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94404" y="6981343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</a:t>
            </a:r>
            <a:r>
              <a:rPr lang="en-US" sz="2000" b="1" dirty="0"/>
              <a:t>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57400" y="2618359"/>
            <a:ext cx="1543147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inventory systems using manual records and spreadsheets often cause data errors and stock mismanagement.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relational database makes tracking stock movement and maintaining data integrity difficult.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automates inventory control to reduce human errors and improve operational efficiency.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relational database structure ensures organized data storage with proper relationships between entities.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highly relevant in retail, manufacturing, healthcare, and warehouse industries.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businesses avoid overstocking and stock shortages through accurate stock monitoring.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products, suppliers, and transactions using structured relational tables.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real-time stock updates and generates reports for better inventory analysis and decision-making.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967648" y="2255601"/>
            <a:ext cx="1479635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still use manual or spreadsheet-based methods to manage inventory, which often leads to errors and inefficiencies.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do not provide real-time updates of stock levels.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Tracking stock movement across suppliers, stores, and departments becomes difficult.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 and inconsistency occur due to the absence of a relational database.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 stock information may result in overstocking or stock shortages.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Generating accurate inventory reports is time-consuming and unreliable.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monitor stock-in and stock-out transactions.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an automated relational inventory control and stock tracking system.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2209800" y="3140934"/>
            <a:ext cx="1529621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relational inventory control system that accurately records and manages stock-in and stock-out transactions.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inventory monitoring by providing real-time stock updates and generating accurate inventory reports.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2209800" y="1282825"/>
            <a:ext cx="14838717" cy="8710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centralized relational database to store products, suppliers, and transaction details in structured tables.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stock-in and stock-out processes to ensure real-time inventory updates.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proper relationships between entities to avoid data redundancy and inconsistency.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instant access to current stock levels, reducing delays in inventory tracking.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human errors through validation and controlled data entry.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better decision-making by providing reliable and up-to-date inventory information.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systems, it offers improved efficiency, scalability, and data security.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 generation improves accuracy and saves time compared to manual methods.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287000" y="724173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2285998" y="5123544"/>
            <a:ext cx="1447800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Data is collected from various sources, such as suppliers providing delivery notes or customers placing sales orders.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Data is analyzed and processed through logic like stock-in validation, decrementing quantities during sales, and calculating reorder points.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Data is stored and managed within normalized relational tables (e.g., Products, Inventory, and Suppliers) to ensure transactional integrity and consistency.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Information is delivered to users in the form of low-stock alerts, warehouse pick-lists, and real-time financial valuation reports.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185734"/>
            <a:ext cx="4038600" cy="37499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007" y="1302271"/>
            <a:ext cx="15824362" cy="4915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878" y="6425585"/>
            <a:ext cx="1547816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 Integrity: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utilizes normalized database tables to link unique IDs for products, suppliers, and orders, ensuring any single update reflects instantly across all modules.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Stock Monitoring: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tracking real-time quantities against pre-defined reorder points, the system automatically triggers replenishment alerts to prevent stockouts and minimize excess inventory.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Financial Reporting: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stock movement is logged as a discrete transaction, allowing the system to provide immediate valuation reports and profit margin analysis using methods like FIFO or Average Cost.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Structure of web pages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Styling and layout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Client-side validation &amp; interactivity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Responsive UI design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(JSP &amp; Servlets)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Business logic and request handling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Server-side scripting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(Django / Flask)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Backend framework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Relational database for inventory, stock, and transactions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/ Eclipse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Code editor &amp; IDE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Version control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72930" y="31309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49518" y="1028701"/>
            <a:ext cx="1503136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&amp; Role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authentication, login, and role-based access (Admin, Store Manager). Ensures secure access to inventory operations and system features.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 &amp; Inventory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product details such as product ID, name, category, price, and stock levels. Supports adding, updating, and removing products while maintaining accurate inventory records.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Stock Inward &amp; Outward Processing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incoming stock from suppliers and outgoing stock due to sales or usage. Automatically updates stock quantities and maintains transaction history.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Supplier &amp; Database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supplier details and manages relational database operations including storage, retrieval, updates, and data integrity across product, stock, and transaction tables.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Reporting &amp; Stock Analytics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stock reports, low-stock alerts, and inventory summaries to support efficient decision-making and prevent over-stocking or stock shortages.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817310"/>
            <a:ext cx="150495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Dashboard page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StockProInventory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System, showing key business metrics like Total Products, Inventory Value, Sales Today, and Stock Alerts for quick monitoring.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also includes navigation modules (Products, Suppliers, Purchases, Sales, Reports) and visual analytics sections like Sales Trend and Stock by Category for real-time stock analysis.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575" y="1493954"/>
            <a:ext cx="15542774" cy="55580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 (Sign Up) page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new users register using their email address and password to access the inventory system.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secure user authentication and provides a link to the Sign In page for existing users.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547027"/>
            <a:ext cx="5257800" cy="55014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27934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is the Add New Product page, where users enter product details like name, price, initial quantity, category, and supplier.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saving the product into the system database, which updates inventory stock and links it relationally with category and supplier.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664" y="1547027"/>
            <a:ext cx="13764886" cy="52728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is the Reports page, which provides detailed inventory analysis including top-selling products and overall stock valuation.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managers monitor sales performance and inventory value, with an option to export report data as a CSV file for further analysis.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352" y="1638300"/>
            <a:ext cx="15593017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915" y="2265020"/>
            <a:ext cx="1404578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data accuracy using relational database (Primary &amp; Foreign Keys).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stock updates after purchase and sales transactions.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errors and improves operational efficiency.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 management for products, suppliers, and sales.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reports for better decision-making and stock analysis.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login system restricts unauthorized access.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structure for future feature expansion.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depends on database/server availability.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advanced analytics (no AI-based forecasting).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manual data entry for transactions.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may reduce with very large datasets (without optimization).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role-based access control (if not implemented).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7917</Words>
  <Application>WPS Presentation</Application>
  <PresentationFormat>Custom</PresentationFormat>
  <Paragraphs>482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AShok</dc:creator>
  <cp:lastModifiedBy>Sumanth Reddy Kamini</cp:lastModifiedBy>
  <cp:revision>17</cp:revision>
  <dcterms:created xsi:type="dcterms:W3CDTF">2006-08-16T00:00:00Z</dcterms:created>
  <dcterms:modified xsi:type="dcterms:W3CDTF">2026-04-22T06:53:08Z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8C4A8D36F9E343E1B83A0D13A3E769B3_12</vt:lpwstr>
  </property>
  <property fmtid="{D5CDD505-2E9C-101B-9397-08002B2CF9AE}" pid="3" name="KSOProductBuildVer">
    <vt:lpwstr>2057-12.2.0.23202</vt:lpwstr>
  </property>
</Properties>
</file>